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 · Title
⏱ ~8 seconds · 5-min cut: KEEP
"Good [morning/afternoon]. Kids Creative Workshop —
an agentic app for kids, built on Claude Agent SDK.
Let me start with a moment."
🎬 Delivery: Warm and slow. Don't rush the subtitle. Pause, then click.
➡ Transition: pivot directly to the emotional anchor on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2 · Three moments
⏱ ~28 seconds · 5-min cut: KEEP
"Three moments — one buddy.
[2-second pause]
A five-year-old hands her drawing to her buddy.
It becomes a story — in her character, her voice.
[2-second pause]
The same character stars in the next adventure —
her choices, her ending.
[2-second pause]
Tomorrow's news arrives as her podcast —
kid-safe, in her buddy's voice.
[3-second pause]
One buddy. Three kinds of moments. Her world, every time."
🎬 Delivery: SLOW. Three product moments, three deliberate pauses. The cadence is the slide.
➡ Transition: "But today's AI fails her on every one of those moments. Here's how."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3 · Four problems
⏱ ~28 seconds · 5-min cut: KEEP
"Today's AI fails kids on four fronts.
NOT PERSONALIZED ENOUGH — generic outputs.
No memory of her characters, her voice, her age.
NOT HIGHLY CUSTOMIZED — every child gets the
same prompt and same answer. No buddy identity.
No per-child capability set.
NO SUITED NEWS FOR KIDS — today's news products
are adult-first. No age-aware filter, no narrative
voice for kids.
NO LONG-TERM PERSISTENCE — each session resets.
Lightning the puppy is forgotten by Monday.
[brief pause]
Existing AI extracts. We collaborate."
🎬 Delivery: Read each problem deliberately. The 4-card grid does the work; don't editorialize.
➡ Transition: "Here's how our agent's abilities solve each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4 · Our agent's abilities
⏱ ~35 seconds · 5-min cut: KEEP
"Four problems. Four agent abilities — one for each.
NOT PERSONALIZED → PERSONA + CHARACTER MEMORY.
The buddy is named and customized. Recurring
characters — Lightning the puppy — are recalled
across sessions through character_repo.
NOT HIGHLY CUSTOMIZED → PER-CHILD AGENT DEFINITION
WITH SKILLS GATING. Age-aware capabilities for
three to five, six to eight, nine to twelve. The
buddy persona is shared as system context to
every specialist.
NO KID-NEWS → THE KIDS_DAILY SPECIALIST.
Age-stratified prompts plus per-reply safety review.
News arrives as a kid-safe podcast in the buddy's voice.
NO PERSISTENCE → AGENT_REPO + CHARACTER_REPO +
VECTOR SEARCH. The buddy survives every session.
One buddy. For life.
And kids feel three things immediately:
interactive — the story streams as it writes itself.
Proactive — the buddy suggests and recalls.
Persistent — same buddy persona, every time."
🎬 Delivery: Read each row tightly — problem then ability. The 1-to-1 mapping does the work.
➡ Transition: "These abilities are built on four SDK primitives."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5 · Foundation — single agent
⏱ ~35 seconds · 5-min cut: KEEP
"We started simple — one agent, built right.
Four primitives compose it, all on Claude Agent SDK.
PROMPT DESIGN — markdown files versioned in git,
not Python strings. Code-reviewable.
TOOLS — custom MCP servers we wrote ourselves:
vision analysis, vector search, safety check, TTS.
MCP itself — tool calls become first-class
agent affordances, not parsed-string hacks.
SKILLS — composable behaviors with the @tool
decorator, gated per agent via enabled_skills.
One agent. No orchestrator yet. Just an LLM with
the right scaffolding."
🎬 Delivery: Point at each card as you name it. Don't read every word — narrate.
➡ Transition: "One agent hit a ceiling. So we extended to a team."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6 · The team (CENTERPIECE)
⏱ ~50 seconds · 5-min cut: KEEP
"Branching adventures, daily podcasts, per-reply
safety — each needed its own expertise. So we
extended to an agent team. Still on Claude Agent SDK.
[point at proxy node — top of diagram]
The child's message comes in. The proxy ORCHESTRATES —
routes the intent with deterministic rules plus LLM
disambiguation.
[point at the four specialists]
Four specialists. Image story, interactive story,
kids daily, audio narration. Each has its own prompt,
tools, and skill set.
[point at safety_review — pause for emphasis]
Every reply passes through safety_review. That subagent
is the non-negotiable gate before anything reaches
the child.
[point at the shared context bus]
And underneath everything — SHARED CONTEXT. Persona,
child ID, recurring characters — flows to every agent.
So Lightning the puppy is the same dog in the story
AS in the podcast.
This unlocks responsive — right specialist in
milliseconds. Dynamic — different experience per turn.
And A2A extensible — new specialists plug in by
registering one AgentDefinition."
🎬 Delivery: This is the CENTERPIECE. Walk top-to-bottom. PAUSE after "before anything reaches the child" — let it land.
➡ Transition: "These weren't accidents — every primitive earned its place."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7 · Why this shape (rationale)
⏱ ~30 seconds · 5-min cut: DEFAULT-CUT (keep for 6-min slot)
"Every primitive on the previous slides was a decision.
PROMPTS — we could have inlined them as Python f-strings.
We chose markdown files in git. Versioned. Code-reviewable.
Age-stratified per file.
TOOLS — we could have called the API directly inside
agent code. We chose custom MCP servers with typed
envelopes. Composable. Testable.
SKILLS — we could have hardcoded behaviors per agent.
We chose enabled_skills as a field on AgentDefinition —
per-age gating, A2A extensible, server-side gate.
MULTI-AGENT — we could have written a bigger prompt
with branching. We chose a proxy plus four subagents.
Each specialty isolated. Safety subagent on EVERY reply.
We didn't adopt defaults."
🎬 Delivery: Walk row by row, ~7 seconds each. Land hard on "We didn't adopt defaults."
➡ Transition: "Three layers, six bets — here's where we innovate."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8 · What's good about it (moats)
⏱ ~30 seconds · 5-min cut: KEEP
"Three layers. Six specific bets.
AGENTIC STACK — multi-agent with shared state on Claude
Agent SDK. A2A extensible — new specialists plug in
by registering one AgentDefinition.
SAFETY ARCHITECTURE — per-reply programmatic safety,
age-aware thresholds. And COPPA enforced AT THE SCHEMA
LEVEL. The unsafe JOIN can't even be expressed.
KID EXPERIENCE — character continuity across image,
story, podcast, and community. One buddy, many
specialists, one identity.
[brief pause]
Most kid-AI products ship ONE of these.
We ship ALL SIX."
🎬 Delivery: Read each cell as a defensible CLAIM, not a feature list. PAUSE before the closing line. Land hard on "all six."
➡ Transition: "Here's what kids actually 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9 · Product proof + demo beat
⏱ ~35 seconds · 5-min cut: KEEP
"You can see the buddy here — Dianna in this case —
offering three starter prompts.
Each one routes to a different specialist underneath.
'Tell me a bedtime story' goes to image_story.
'What's in the news for kids' goes to kids_daily.
'Choose your own adventure' goes to interactive_story.
One chat surface. The multi-agent team behind it.
[OPTIONAL — 15-second live demo here. Open the app.
Draw → buddy generates a story with their character.
Pick ONE flow, not all four. Let it land.]"
🎬 Delivery: Point at the hero screenshot. Read the 3 prompts. Make the mapping to specialists EXPLICIT — it's the proof of the slide-7 architecture.
➡ Transition: "Here's where we are in shipping this."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10 · Where we are
⏱ ~25 seconds · 5-min cut: KEEP
"Two hundred seventy-two stories shipped across
three milestones.
Phase 1 — MVP, single agent — done.
Phase 2 — multi-agent team plus community — done.
Phase 3 — video and parent dashboard — in design.
Engineering rigor matters as much as features.
Seven hundred contract tests. Per-reply programmatic
safety. A silent safety-bypass we caught and fixed
in twenty-four hours. A merge train of seven PRs
landed last week.
We don't pitch features — we ship them."
🎬 Delivery: Speak the numbers slowly. "Two hundred seventy-two" beats "272/272" by a long way out loud. If you have real pilot numbers, replace the placeholder.
➡ Transition: "And we own our bugs too."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11 · Failures we owned
⏱ ~30 seconds · 5-min cut: DEFAULT-CUT (keep for 6-min slot)
"And we own our bugs.
We tried the SDK subprocess for image-to-story.
Railway killed it — out-of-memory under load.
So we ported all three generation agents to direct
API. Got half the memory back.
We tried calling check_content_safety directly.
The wrapper isn't callable. The TypeError got
swallowed. Every story shipped with a default
0.9 score. We caught it ourselves and fixed it
in twenty-four hours.
We tried single agent plus a safety prompt.
The model occasionally produced unsafe replies.
So we built per-reply programmatic safety with
suggest-and-retry.
Most pitches hide bugs. We name ours."
🎬 Delivery: Counter-intuitive slide. Speak each row in ~9 seconds. The 24-hour bypass story is the receipt — speak it slowly.
➡ Transition: "Here's why this matters."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12 · Why this matters (CLOSING BOOKEND)
⏱ ~25 seconds · 5-min cut: KEEP
"Why this matters.
Agentic from day one — not a wrapper, not a prompt.
Real SDK. Real tools. Real orchestration.
272 stories shipped across three milestones —
execution proof.
Programmatic safety on every reply — non-negotiable,
code-enforced, not vibes.
A community that protects child PII at the schema
level — COPPA by construction.
A buddy that grows with the child — character
continuity across image, story, podcast, and share.
[PAUSE]
AI that grows up WITH kids — safely.
[PAUSE — hold eye contact, don't fill the silence]
Happy to take questions."
🎬 Delivery: Read the achievements briskly. PAUSE before the closing line. Deliver it SLOWLY, holding eye contact. Don't smile until you've said "happy to take questions."
➡ End of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13 · Appendix (Q&amp;A backup, HIDDEN BY DEFAULT)
⏱ Variable · Only reveal during Q&amp;A
This slide should be HIDDEN during the main presentation:
Keynote → right-click slide thumbnail → Skip Slide
REVEAL only if a judge asks a deep technical question.
Then jump straight to the relevant row.
Example responses you might say:
If asked "what's the difference between agent and subagent?":
"An agent is an AgentDefinition — model, system prompt,
tools, and skills. A subagent is one of those registered
under our proxy's agents dictionary. The SDK's Agent tool
lets the proxy delegate to a subagent based on intent."
If asked "why not just a bigger prompt?":
"Quality degrades as specialty count grows in one prompt.
And we'd lose per-reply safety as a separate subagent —
which is the non-negotiable gate."
If asked "how is your COPPA pattern different?":
"Most teams enforce kid-PII rules in code review.
We enforce them in the schema. The hub_posts table has
agent_name, agent_avatar, agent_title as immutable
snapshot columns. There's no read path that JOINs users.
The unsafe query can't be expressed."
🎬 Don't read the whole table out loud — jump to the row that answers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Kids Creative Workshop</dc:title>
  <dc:subject>PptxGenJS Presentation</dc:subject>
  <dc:creator>Created by Marp</dc:creator>
  <cp:lastModifiedBy>Created by Marp</cp:lastModifiedBy>
  <cp:revision>1</cp:revision>
  <dcterms:created xsi:type="dcterms:W3CDTF">2026-05-17T03:07:42Z</dcterms:created>
  <dcterms:modified xsi:type="dcterms:W3CDTF">2026-05-17T03:07:42Z</dcterms:modified>
</cp:coreProperties>
</file>