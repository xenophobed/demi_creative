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 — Title)
Open warm and slow. Read the title, pause, read the subtitle slowly.
Say: "I want to start with a moment." Then click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2 — The moment)
Pause 3 seconds after each line. Resist the urge to rush.
This is the emotional anchor of the whole pitch.
Everything technical that follows is in service of THIS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3 — OPTIONAL, drop for 3-min)
Quick. Two columns. Don't dwell — the contrast does the work.
Land on the bold line.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4 — Product intro)
The product IS the agentic architecture wrapped in a buddy persona.
Don't read the bullets — narrate over them.
"Lightning the puppy" is sticky; use the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5 — Single-agent foundation)
This is "how we started simple." The pitch arc is EVOLUTION — judges love seeing a team that started right-sized and grew when needed.
Quick walk: Prompt design (versioned in git, not in code strings), Tools (MCP servers we wrote ourselves), MCP (the standard that made tool-calling actually clean), Skills (we gate features per child-agent via enabled_skills — that's the kid-safety layer at the affordance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6 — Three properties)
This is the "what good agentic feels like" slide. Each property has a concrete kid moment under it.
Interactive = streaming SSE; not loading spinners, the story writes itself live.
Proactive = the buddy suggests, recalls. NOT a Q&amp;A bot.
Persistent = memory across sessions. Lightning the puppy you drew last week appears in this week's Kids Daily as the guest anchor.
End with the line "already a real product" — that's the pivot before showing why one agent wasn't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7 — Multi-agent extension, the CENTERPIECE)
Walk the diagram top to bottom. 30-40 seconds.
1. "We extended — same SDK, new shape."
2. "The proxy ORCHESTRATES — it routes the child's intent to the right specialist."
3. "Four specialists, each with their own prompt, tools, and skill set."
4. "Every reply passes through safety_review — that subagent is the non-negotiable gate."
5. "And underneath everything, SHARED CONTEXT — persona, child_id, recurring characters — flows to every agent. So Lightning the puppy is the same dog in the story AS in the podcast."
6. "Two more properties unlocked: responsive (right specialist in milliseconds) and dynamic (different experience per turn). And it's A2A extensible — new specialists plug in by registering one AgentDefinition."
REBUILD THIS IN KEYNOTE with real shapes after import. The ASCII version is a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8 — Innovation moats, NEW)
This is the "we are not a wrapper" slide. Read each cell as a defensible claim, NOT a feature list.
Walk it column-by-column, ~7 seconds per cell:
- Agentic stack: "Multi-agent with shared state on the SDK — A2A extensible, so new specialists plug in by registering a single AgentDefinition."
- Safety architecture: "Per-reply programmatic safety with age-aware thresholds — and COPPA enforced AT THE SCHEMA LEVEL. The unsafe JOIN can't even be expressed."
- Kid experience: "Character continuity across surfaces — same Lightning the puppy from her drawing shows up in her interactive story, her podcast, her community feed. One buddy, many specialists, one identity."
Land hard on: "Most ship ONE of these. We ship ALL SIX." Pause.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9 — Product proof + demo beat)
This is the PROOF slide. Point at the buddy's chat in the hero screenshot.
The 3 starter prompts in the screenshot map DIRECTLY to 3 specialists — that's the user-facing surface of the multi-agent diagram from slide 7. Make this point explicitly:
"You can see the buddy — Dianna in this case — offering three starter prompts. Each one routes to a different specialist underneath. Tell me a story → image_story. What's in the news → kids_daily. Choose your own adventure → interactive_story. One chat surface, the multi-agent team behind it."
DEMO BEAT (optional but high-impact):
If you have 15 seconds of buffer, open the actual app and run ONE flow live — preferably drawing-to-story. Don't try to demo all four specialists; pick one and let it land. If you don't have live demo capability, replace this slide's demo box with a 10-second screen recording (drop it into Keynote as a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9 — Traction)
The "272 stories shipped" is execution proof. So is the silent-safety-bypass-fixed-in-1-day story (that's the kind of receipt judges remember).
If you have pilot users, replace the italic line. Even closed-beta numbers are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10 — Failures we owned, NEW)
Counter-intuitive slide. Most pitches show only wins. This one builds trust by showing you look at your own AI critically.
Land each row in ~9 seconds:
1. "We tried the SDK subprocess for image-to-story — Railway killed it. So we ported to direct API and got half the memory back."
2. "We tried calling check_content_safety directly — the wrapper isn't callable, the TypeError was swallowed, every story shipped with a default 0.9 score. We caught it ourselves and fixed it in a day."
3. "We tried single agent + safety prompt — not good enough. So we built per-reply programmatic safety with retry."
Punchline: "Most pitches hide bugs. We name ours. That's how you know we actually run safety like infrastructure."
If your slot is tight, this is the FIRST slide to cut. But judges who see it remember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11 — Closing bookend)
Closing mirrors the opening ("agentic for kids" → "grows up WITH kids").
Read the achievements briskly. PAUSE. Then deliver the closing line slowly, holding eye contact.
Then: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12 — APPENDIX, hidden by default)
HIDE THIS SLIDE in Keynote during the main presentation (right-click slide thumbnail → Skip Slide).
UNHIDE only if a judge asks a deep technical question during Q&amp;A — then jump to it.
Each row is a one-line answer to a likely follow-up question. Don't read the whole table — jump to the relevant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Kids Creative Workshop</dc:title>
  <dc:subject>PptxGenJS Presentation</dc:subject>
  <dc:creator>Created by Marp</dc:creator>
  <cp:lastModifiedBy>Created by Marp</cp:lastModifiedBy>
  <cp:revision>1</cp:revision>
  <dcterms:created xsi:type="dcterms:W3CDTF">2026-05-16T12:01:12Z</dcterms:created>
  <dcterms:modified xsi:type="dcterms:W3CDTF">2026-05-16T12:01:12Z</dcterms:modified>
</cp:coreProperties>
</file>